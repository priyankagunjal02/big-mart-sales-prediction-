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33758"/>
                </a:solidFill>
              </a:defRPr>
            </a:pPr>
            <a:r>
              <a:t>BIG MART SALES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48287"/>
                </a:solidFill>
              </a:defRPr>
            </a:pPr>
            <a:r>
              <a:t>Sales Prediction Using XGBoost Regressor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A537"/>
                </a:solidFill>
              </a:defRPr>
            </a:pPr>
            <a:r>
              <a:t>Presented by Priyanka Gunjal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End-to-end machine learning regression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Predict Item_Outlet_Sales using product and outlet-related features.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Load and explore the Big Mart dataset in Python / Google Colab.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Handle missing values and encode categorical features.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Train an XGBoost Regressor and evaluate it using the R²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What the project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Build a regression model for predicting Item_Outlet_Sales.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Prepare the Big Mart dataset for machine learning.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Convert categorical information into numerical form.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Train the XGBoost Regressor model and evaluate predictions.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Big Mart Sales dataset used in the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4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287"/>
                </a:solidFill>
              </a:defRPr>
            </a:pPr>
            <a:r>
              <a:t>TRAINING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3758"/>
                </a:solidFill>
              </a:defRPr>
            </a:pPr>
            <a:r>
              <a:t>8,523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Train.csv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4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287"/>
                </a:solidFill>
              </a:defRPr>
            </a:pPr>
            <a:r>
              <a:t>TEST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3758"/>
                </a:solidFill>
              </a:defRPr>
            </a:pPr>
            <a:r>
              <a:t>5,681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3347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Test.csv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4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287"/>
                </a:solidFill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031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3758"/>
                </a:solidFill>
              </a:defRPr>
            </a:pPr>
            <a:r>
              <a:t>Item_Outlet_Sales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63347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Regression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Features include item attributes, outlet information, visibility, MRP and establishment details.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Tools and libraries used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Python — implementation language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Pandas and NumPy — data handling and numerical operations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Matplotlib and Seaborn — data visualization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Scikit-learn — preprocessing, splitting and evaluation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XGBoost — regression model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• Google Colab — notebook execution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Actual notebook code — resized to stay inside the slide</a:t>
            </a:r>
          </a:p>
        </p:txBody>
      </p:sp>
      <p:pic>
        <p:nvPicPr>
          <p:cNvPr id="5" name="Picture 4" descr="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28" y="1417320"/>
            <a:ext cx="9464582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Actual graphs generated by the notebook</a:t>
            </a:r>
          </a:p>
        </p:txBody>
      </p:sp>
      <p:pic>
        <p:nvPicPr>
          <p:cNvPr id="5" name="Picture 4" descr="cell2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05" y="1325880"/>
            <a:ext cx="2138308" cy="2057400"/>
          </a:xfrm>
          <a:prstGeom prst="rect">
            <a:avLst/>
          </a:prstGeom>
        </p:spPr>
      </p:pic>
      <p:pic>
        <p:nvPicPr>
          <p:cNvPr id="6" name="Picture 5" descr="cell2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075" y="1325880"/>
            <a:ext cx="2084369" cy="2057400"/>
          </a:xfrm>
          <a:prstGeom prst="rect">
            <a:avLst/>
          </a:prstGeom>
        </p:spPr>
      </p:pic>
      <p:pic>
        <p:nvPicPr>
          <p:cNvPr id="7" name="Picture 6" descr="cell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799" y="3703320"/>
            <a:ext cx="2180921" cy="2057400"/>
          </a:xfrm>
          <a:prstGeom prst="rect">
            <a:avLst/>
          </a:prstGeom>
        </p:spPr>
      </p:pic>
      <p:pic>
        <p:nvPicPr>
          <p:cNvPr id="8" name="Picture 7" descr="cell27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607" y="3703320"/>
            <a:ext cx="2269304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Categorical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Actual notebook code for data normalization and encoding</a:t>
            </a:r>
          </a:p>
        </p:txBody>
      </p:sp>
      <p:pic>
        <p:nvPicPr>
          <p:cNvPr id="5" name="Picture 4" descr="im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536432"/>
            <a:ext cx="11018520" cy="4059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7150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LabelEncoder is used to convert categorical columns into numerical values before model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From raw data to sales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D37"/>
                </a:solidFill>
              </a:defRPr>
            </a:pPr>
            <a:r>
              <a:t>• Dataset → DataFrame creation</a:t>
            </a:r>
          </a:p>
          <a:p>
            <a:pPr>
              <a:spcAft>
                <a:spcPts val="1000"/>
              </a:spcAft>
              <a:defRPr sz="2100">
                <a:solidFill>
                  <a:srgbClr val="232D37"/>
                </a:solidFill>
              </a:defRPr>
            </a:pPr>
            <a:r>
              <a:t>• Data exploration → Missing-value handling</a:t>
            </a:r>
          </a:p>
          <a:p>
            <a:pPr>
              <a:spcAft>
                <a:spcPts val="1000"/>
              </a:spcAft>
              <a:defRPr sz="2100">
                <a:solidFill>
                  <a:srgbClr val="232D37"/>
                </a:solidFill>
              </a:defRPr>
            </a:pPr>
            <a:r>
              <a:t>• Categorical encoding → Feature / target separation</a:t>
            </a:r>
          </a:p>
          <a:p>
            <a:pPr>
              <a:spcAft>
                <a:spcPts val="1000"/>
              </a:spcAft>
              <a:defRPr sz="2100">
                <a:solidFill>
                  <a:srgbClr val="232D37"/>
                </a:solidFill>
              </a:defRPr>
            </a:pPr>
            <a:r>
              <a:t>• Train-test split → XGBoost Regressor</a:t>
            </a:r>
          </a:p>
          <a:p>
            <a:pPr>
              <a:spcAft>
                <a:spcPts val="1000"/>
              </a:spcAft>
              <a:defRPr sz="2100">
                <a:solidFill>
                  <a:srgbClr val="232D37"/>
                </a:solidFill>
              </a:defRPr>
            </a:pPr>
            <a:r>
              <a:t>• Prediction → R²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XGBoost Regressor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Actual notebook code</a:t>
            </a:r>
          </a:p>
        </p:txBody>
      </p:sp>
      <p:pic>
        <p:nvPicPr>
          <p:cNvPr id="5" name="Picture 4" descr="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650732"/>
            <a:ext cx="11018520" cy="4059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• The model learns the relationship between the prepared input features and Item_Outlet_Sales.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Actual notebook evaluation code and results</a:t>
            </a:r>
          </a:p>
        </p:txBody>
      </p:sp>
      <p:pic>
        <p:nvPicPr>
          <p:cNvPr id="5" name="Picture 4" descr="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5092"/>
            <a:ext cx="6675120" cy="24592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50876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14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4591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287"/>
                </a:solidFill>
              </a:defRPr>
            </a:pPr>
            <a:r>
              <a:t>TRAINING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574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3758"/>
                </a:solidFill>
              </a:defRPr>
            </a:pPr>
            <a:r>
              <a:t>0.8751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587752"/>
            <a:ext cx="34747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Exact notebook value: 0.8750519939334624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383280"/>
            <a:ext cx="3840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14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5204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287"/>
                </a:solidFill>
              </a:defRPr>
            </a:pPr>
            <a:r>
              <a:t>TESTING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9319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33758"/>
                </a:solidFill>
              </a:defRPr>
            </a:pPr>
            <a:r>
              <a:t>0.5156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462272"/>
            <a:ext cx="347472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Exact notebook value: 0.5155979721907443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Results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Observed results from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Training R² score: 0.8750519939334624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Testing R² score: 0.5155979721907443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Rounded values: 0.8751 (training) and 0.5156 (testing)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The complete notebook workflow was executed using the Big Mart Sales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Big Mart sales prediction was implemented using XGBoost Regressor.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The project covered data preparation, missing-value handling, encoding and model training.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The model was evaluated using the R² metric on training and testing data.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The notebook demonstrates a complete regression-based sales prediction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758"/>
                </a:solidFill>
              </a:defRPr>
            </a:pPr>
            <a:r>
              <a:t>Future Scope &amp; Project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92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8287"/>
                </a:solidFill>
              </a:defRPr>
            </a:pPr>
            <a:r>
              <a:t>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Perform hyperparameter tuning and feature engineering.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Compare additional regression algorithms.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Improve model performance and visualization.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Build a simple sales prediction interface.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Project notebook: Big_Mart_Sales_Prediction(1).ipynb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3375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